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4"/>
  </p:sldMasterIdLst>
  <p:notesMasterIdLst>
    <p:notesMasterId r:id="rId14"/>
  </p:notesMasterIdLst>
  <p:sldIdLst>
    <p:sldId id="369" r:id="rId5"/>
    <p:sldId id="370" r:id="rId6"/>
    <p:sldId id="371" r:id="rId7"/>
    <p:sldId id="385" r:id="rId8"/>
    <p:sldId id="382" r:id="rId9"/>
    <p:sldId id="384" r:id="rId10"/>
    <p:sldId id="386" r:id="rId11"/>
    <p:sldId id="383" r:id="rId12"/>
    <p:sldId id="3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4C182-EB65-784F-EB7C-2BC201FE65C4}" v="471" dt="2026-01-30T18:42:51.803"/>
    <p1510:client id="{5901BD52-8199-2590-550B-93E09EC28307}" v="119" dt="2026-01-29T06:42:44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5"/>
    <p:restoredTop sz="94716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ib Roy" userId="S::rajibroy@iisc.ac.in::8daeebea-34f9-41a3-9646-fe0eb78c172c" providerId="AD" clId="Web-{4854C182-EB65-784F-EB7C-2BC201FE65C4}"/>
    <pc:docChg chg="addSld delSld modSld">
      <pc:chgData name="Rajib Roy" userId="S::rajibroy@iisc.ac.in::8daeebea-34f9-41a3-9646-fe0eb78c172c" providerId="AD" clId="Web-{4854C182-EB65-784F-EB7C-2BC201FE65C4}" dt="2026-01-30T18:42:51.803" v="401" actId="1076"/>
      <pc:docMkLst>
        <pc:docMk/>
      </pc:docMkLst>
      <pc:sldChg chg="modSp">
        <pc:chgData name="Rajib Roy" userId="S::rajibroy@iisc.ac.in::8daeebea-34f9-41a3-9646-fe0eb78c172c" providerId="AD" clId="Web-{4854C182-EB65-784F-EB7C-2BC201FE65C4}" dt="2026-01-30T18:13:45.587" v="116" actId="20577"/>
        <pc:sldMkLst>
          <pc:docMk/>
          <pc:sldMk cId="1594318498" sldId="369"/>
        </pc:sldMkLst>
        <pc:spChg chg="mod">
          <ac:chgData name="Rajib Roy" userId="S::rajibroy@iisc.ac.in::8daeebea-34f9-41a3-9646-fe0eb78c172c" providerId="AD" clId="Web-{4854C182-EB65-784F-EB7C-2BC201FE65C4}" dt="2026-01-30T18:13:45.587" v="116" actId="20577"/>
          <ac:spMkLst>
            <pc:docMk/>
            <pc:sldMk cId="1594318498" sldId="369"/>
            <ac:spMk id="2" creationId="{82A2334C-2128-6EF5-3E4B-DAD27C31D354}"/>
          </ac:spMkLst>
        </pc:spChg>
      </pc:sldChg>
      <pc:sldChg chg="modSp">
        <pc:chgData name="Rajib Roy" userId="S::rajibroy@iisc.ac.in::8daeebea-34f9-41a3-9646-fe0eb78c172c" providerId="AD" clId="Web-{4854C182-EB65-784F-EB7C-2BC201FE65C4}" dt="2026-01-30T18:07:30.380" v="28" actId="14100"/>
        <pc:sldMkLst>
          <pc:docMk/>
          <pc:sldMk cId="3096846577" sldId="370"/>
        </pc:sldMkLst>
        <pc:spChg chg="mod">
          <ac:chgData name="Rajib Roy" userId="S::rajibroy@iisc.ac.in::8daeebea-34f9-41a3-9646-fe0eb78c172c" providerId="AD" clId="Web-{4854C182-EB65-784F-EB7C-2BC201FE65C4}" dt="2026-01-30T18:07:20.896" v="26" actId="14100"/>
          <ac:spMkLst>
            <pc:docMk/>
            <pc:sldMk cId="3096846577" sldId="370"/>
            <ac:spMk id="4" creationId="{5D5288C8-8AC8-4F69-65E3-D5B61AC0732F}"/>
          </ac:spMkLst>
        </pc:spChg>
        <pc:spChg chg="mod">
          <ac:chgData name="Rajib Roy" userId="S::rajibroy@iisc.ac.in::8daeebea-34f9-41a3-9646-fe0eb78c172c" providerId="AD" clId="Web-{4854C182-EB65-784F-EB7C-2BC201FE65C4}" dt="2026-01-30T18:07:30.380" v="28" actId="14100"/>
          <ac:spMkLst>
            <pc:docMk/>
            <pc:sldMk cId="3096846577" sldId="370"/>
            <ac:spMk id="5" creationId="{D36143DB-8307-F9DB-CD6E-3EB80D6974A6}"/>
          </ac:spMkLst>
        </pc:spChg>
      </pc:sldChg>
      <pc:sldChg chg="modSp">
        <pc:chgData name="Rajib Roy" userId="S::rajibroy@iisc.ac.in::8daeebea-34f9-41a3-9646-fe0eb78c172c" providerId="AD" clId="Web-{4854C182-EB65-784F-EB7C-2BC201FE65C4}" dt="2026-01-30T18:39:55.442" v="387" actId="20577"/>
        <pc:sldMkLst>
          <pc:docMk/>
          <pc:sldMk cId="1951567899" sldId="371"/>
        </pc:sldMkLst>
        <pc:spChg chg="mod">
          <ac:chgData name="Rajib Roy" userId="S::rajibroy@iisc.ac.in::8daeebea-34f9-41a3-9646-fe0eb78c172c" providerId="AD" clId="Web-{4854C182-EB65-784F-EB7C-2BC201FE65C4}" dt="2026-01-30T18:07:41.037" v="29" actId="1076"/>
          <ac:spMkLst>
            <pc:docMk/>
            <pc:sldMk cId="1951567899" sldId="371"/>
            <ac:spMk id="2" creationId="{AF3B2311-AD6E-0A40-2414-D559574A0EA0}"/>
          </ac:spMkLst>
        </pc:spChg>
        <pc:spChg chg="mod">
          <ac:chgData name="Rajib Roy" userId="S::rajibroy@iisc.ac.in::8daeebea-34f9-41a3-9646-fe0eb78c172c" providerId="AD" clId="Web-{4854C182-EB65-784F-EB7C-2BC201FE65C4}" dt="2026-01-30T18:39:55.442" v="387" actId="20577"/>
          <ac:spMkLst>
            <pc:docMk/>
            <pc:sldMk cId="1951567899" sldId="371"/>
            <ac:spMk id="3" creationId="{32DC9556-1992-96C1-FEC3-DC227122ED50}"/>
          </ac:spMkLst>
        </pc:spChg>
      </pc:sldChg>
      <pc:sldChg chg="modSp mod modShow">
        <pc:chgData name="Rajib Roy" userId="S::rajibroy@iisc.ac.in::8daeebea-34f9-41a3-9646-fe0eb78c172c" providerId="AD" clId="Web-{4854C182-EB65-784F-EB7C-2BC201FE65C4}" dt="2026-01-30T18:24:23.639" v="300" actId="1076"/>
        <pc:sldMkLst>
          <pc:docMk/>
          <pc:sldMk cId="2165070476" sldId="372"/>
        </pc:sldMkLst>
        <pc:spChg chg="mod">
          <ac:chgData name="Rajib Roy" userId="S::rajibroy@iisc.ac.in::8daeebea-34f9-41a3-9646-fe0eb78c172c" providerId="AD" clId="Web-{4854C182-EB65-784F-EB7C-2BC201FE65C4}" dt="2026-01-30T18:18:45.480" v="215" actId="20577"/>
          <ac:spMkLst>
            <pc:docMk/>
            <pc:sldMk cId="2165070476" sldId="372"/>
            <ac:spMk id="2" creationId="{99682CCF-2F63-EAB6-7C55-723EA6D87BB9}"/>
          </ac:spMkLst>
        </pc:spChg>
        <pc:spChg chg="mod">
          <ac:chgData name="Rajib Roy" userId="S::rajibroy@iisc.ac.in::8daeebea-34f9-41a3-9646-fe0eb78c172c" providerId="AD" clId="Web-{4854C182-EB65-784F-EB7C-2BC201FE65C4}" dt="2026-01-30T18:24:23.639" v="300" actId="1076"/>
          <ac:spMkLst>
            <pc:docMk/>
            <pc:sldMk cId="2165070476" sldId="372"/>
            <ac:spMk id="3" creationId="{678AAD5A-5785-7955-7A1D-7D2F6F0BBCF9}"/>
          </ac:spMkLst>
        </pc:spChg>
      </pc:sldChg>
      <pc:sldChg chg="modSp">
        <pc:chgData name="Rajib Roy" userId="S::rajibroy@iisc.ac.in::8daeebea-34f9-41a3-9646-fe0eb78c172c" providerId="AD" clId="Web-{4854C182-EB65-784F-EB7C-2BC201FE65C4}" dt="2026-01-30T18:12:54.897" v="103" actId="14100"/>
        <pc:sldMkLst>
          <pc:docMk/>
          <pc:sldMk cId="1187684189" sldId="382"/>
        </pc:sldMkLst>
        <pc:spChg chg="mod">
          <ac:chgData name="Rajib Roy" userId="S::rajibroy@iisc.ac.in::8daeebea-34f9-41a3-9646-fe0eb78c172c" providerId="AD" clId="Web-{4854C182-EB65-784F-EB7C-2BC201FE65C4}" dt="2026-01-30T18:12:54.897" v="103" actId="14100"/>
          <ac:spMkLst>
            <pc:docMk/>
            <pc:sldMk cId="1187684189" sldId="382"/>
            <ac:spMk id="3" creationId="{ECBC6EB2-2623-6199-9F0D-C41818AFD675}"/>
          </ac:spMkLst>
        </pc:spChg>
      </pc:sldChg>
      <pc:sldChg chg="addSp delSp modSp">
        <pc:chgData name="Rajib Roy" userId="S::rajibroy@iisc.ac.in::8daeebea-34f9-41a3-9646-fe0eb78c172c" providerId="AD" clId="Web-{4854C182-EB65-784F-EB7C-2BC201FE65C4}" dt="2026-01-30T18:24:07.577" v="299" actId="1076"/>
        <pc:sldMkLst>
          <pc:docMk/>
          <pc:sldMk cId="1503428106" sldId="383"/>
        </pc:sldMkLst>
        <pc:spChg chg="mod">
          <ac:chgData name="Rajib Roy" userId="S::rajibroy@iisc.ac.in::8daeebea-34f9-41a3-9646-fe0eb78c172c" providerId="AD" clId="Web-{4854C182-EB65-784F-EB7C-2BC201FE65C4}" dt="2026-01-30T18:19:52.840" v="241" actId="20577"/>
          <ac:spMkLst>
            <pc:docMk/>
            <pc:sldMk cId="1503428106" sldId="383"/>
            <ac:spMk id="2" creationId="{4367B4B0-C263-B1D7-1567-69144A47B364}"/>
          </ac:spMkLst>
        </pc:spChg>
        <pc:spChg chg="del mod">
          <ac:chgData name="Rajib Roy" userId="S::rajibroy@iisc.ac.in::8daeebea-34f9-41a3-9646-fe0eb78c172c" providerId="AD" clId="Web-{4854C182-EB65-784F-EB7C-2BC201FE65C4}" dt="2026-01-30T18:21:42.419" v="260"/>
          <ac:spMkLst>
            <pc:docMk/>
            <pc:sldMk cId="1503428106" sldId="383"/>
            <ac:spMk id="3" creationId="{0B52BD15-8AE0-DB03-EE4C-5CAC80A4D005}"/>
          </ac:spMkLst>
        </pc:spChg>
        <pc:spChg chg="add mod">
          <ac:chgData name="Rajib Roy" userId="S::rajibroy@iisc.ac.in::8daeebea-34f9-41a3-9646-fe0eb78c172c" providerId="AD" clId="Web-{4854C182-EB65-784F-EB7C-2BC201FE65C4}" dt="2026-01-30T18:22:53.513" v="278" actId="20577"/>
          <ac:spMkLst>
            <pc:docMk/>
            <pc:sldMk cId="1503428106" sldId="383"/>
            <ac:spMk id="4" creationId="{27756AAA-7426-C3D6-B83F-2E8C691F7E39}"/>
          </ac:spMkLst>
        </pc:spChg>
        <pc:spChg chg="add del mod">
          <ac:chgData name="Rajib Roy" userId="S::rajibroy@iisc.ac.in::8daeebea-34f9-41a3-9646-fe0eb78c172c" providerId="AD" clId="Web-{4854C182-EB65-784F-EB7C-2BC201FE65C4}" dt="2026-01-30T18:22:11.310" v="268"/>
          <ac:spMkLst>
            <pc:docMk/>
            <pc:sldMk cId="1503428106" sldId="383"/>
            <ac:spMk id="6" creationId="{B315C986-9CFE-1A22-BE4D-A44C01D9DD75}"/>
          </ac:spMkLst>
        </pc:spChg>
        <pc:spChg chg="add mod">
          <ac:chgData name="Rajib Roy" userId="S::rajibroy@iisc.ac.in::8daeebea-34f9-41a3-9646-fe0eb78c172c" providerId="AD" clId="Web-{4854C182-EB65-784F-EB7C-2BC201FE65C4}" dt="2026-01-30T18:22:59.529" v="280" actId="20577"/>
          <ac:spMkLst>
            <pc:docMk/>
            <pc:sldMk cId="1503428106" sldId="383"/>
            <ac:spMk id="7" creationId="{B7FF4929-13C7-FEA7-918B-618489B0BAF7}"/>
          </ac:spMkLst>
        </pc:spChg>
        <pc:spChg chg="add mod">
          <ac:chgData name="Rajib Roy" userId="S::rajibroy@iisc.ac.in::8daeebea-34f9-41a3-9646-fe0eb78c172c" providerId="AD" clId="Web-{4854C182-EB65-784F-EB7C-2BC201FE65C4}" dt="2026-01-30T18:24:07.577" v="299" actId="1076"/>
          <ac:spMkLst>
            <pc:docMk/>
            <pc:sldMk cId="1503428106" sldId="383"/>
            <ac:spMk id="8" creationId="{0DAAA40F-892C-2E0F-B86D-02BD4B758069}"/>
          </ac:spMkLst>
        </pc:spChg>
      </pc:sldChg>
      <pc:sldChg chg="modSp">
        <pc:chgData name="Rajib Roy" userId="S::rajibroy@iisc.ac.in::8daeebea-34f9-41a3-9646-fe0eb78c172c" providerId="AD" clId="Web-{4854C182-EB65-784F-EB7C-2BC201FE65C4}" dt="2026-01-30T18:14:24.900" v="118" actId="20577"/>
        <pc:sldMkLst>
          <pc:docMk/>
          <pc:sldMk cId="3562646249" sldId="384"/>
        </pc:sldMkLst>
        <pc:spChg chg="mod">
          <ac:chgData name="Rajib Roy" userId="S::rajibroy@iisc.ac.in::8daeebea-34f9-41a3-9646-fe0eb78c172c" providerId="AD" clId="Web-{4854C182-EB65-784F-EB7C-2BC201FE65C4}" dt="2026-01-30T18:14:24.900" v="118" actId="20577"/>
          <ac:spMkLst>
            <pc:docMk/>
            <pc:sldMk cId="3562646249" sldId="384"/>
            <ac:spMk id="3" creationId="{797A48B9-320E-53FF-38B7-23FA63CBD111}"/>
          </ac:spMkLst>
        </pc:spChg>
      </pc:sldChg>
      <pc:sldChg chg="addSp delSp modSp new">
        <pc:chgData name="Rajib Roy" userId="S::rajibroy@iisc.ac.in::8daeebea-34f9-41a3-9646-fe0eb78c172c" providerId="AD" clId="Web-{4854C182-EB65-784F-EB7C-2BC201FE65C4}" dt="2026-01-30T18:40:51.520" v="395" actId="20577"/>
        <pc:sldMkLst>
          <pc:docMk/>
          <pc:sldMk cId="3263255345" sldId="385"/>
        </pc:sldMkLst>
        <pc:spChg chg="mod">
          <ac:chgData name="Rajib Roy" userId="S::rajibroy@iisc.ac.in::8daeebea-34f9-41a3-9646-fe0eb78c172c" providerId="AD" clId="Web-{4854C182-EB65-784F-EB7C-2BC201FE65C4}" dt="2026-01-30T18:40:51.520" v="395" actId="20577"/>
          <ac:spMkLst>
            <pc:docMk/>
            <pc:sldMk cId="3263255345" sldId="385"/>
            <ac:spMk id="2" creationId="{5658A558-CDD8-3D6C-BF3D-E5CDC6730FE2}"/>
          </ac:spMkLst>
        </pc:spChg>
        <pc:spChg chg="del mod">
          <ac:chgData name="Rajib Roy" userId="S::rajibroy@iisc.ac.in::8daeebea-34f9-41a3-9646-fe0eb78c172c" providerId="AD" clId="Web-{4854C182-EB65-784F-EB7C-2BC201FE65C4}" dt="2026-01-30T18:33:39.172" v="308"/>
          <ac:spMkLst>
            <pc:docMk/>
            <pc:sldMk cId="3263255345" sldId="385"/>
            <ac:spMk id="3" creationId="{E08F63D9-0AEF-D76C-29E0-E31CC1900776}"/>
          </ac:spMkLst>
        </pc:spChg>
        <pc:spChg chg="add mod">
          <ac:chgData name="Rajib Roy" userId="S::rajibroy@iisc.ac.in::8daeebea-34f9-41a3-9646-fe0eb78c172c" providerId="AD" clId="Web-{4854C182-EB65-784F-EB7C-2BC201FE65C4}" dt="2026-01-30T18:37:25.612" v="355" actId="20577"/>
          <ac:spMkLst>
            <pc:docMk/>
            <pc:sldMk cId="3263255345" sldId="385"/>
            <ac:spMk id="10" creationId="{4377813C-86AC-80FD-2CAE-339FB49F5612}"/>
          </ac:spMkLst>
        </pc:spChg>
        <pc:spChg chg="add mod">
          <ac:chgData name="Rajib Roy" userId="S::rajibroy@iisc.ac.in::8daeebea-34f9-41a3-9646-fe0eb78c172c" providerId="AD" clId="Web-{4854C182-EB65-784F-EB7C-2BC201FE65C4}" dt="2026-01-30T18:37:57.535" v="367" actId="20577"/>
          <ac:spMkLst>
            <pc:docMk/>
            <pc:sldMk cId="3263255345" sldId="385"/>
            <ac:spMk id="11" creationId="{B2E270EF-FDF7-92B7-E7E9-00DF2D365E96}"/>
          </ac:spMkLst>
        </pc:spChg>
        <pc:spChg chg="add mod">
          <ac:chgData name="Rajib Roy" userId="S::rajibroy@iisc.ac.in::8daeebea-34f9-41a3-9646-fe0eb78c172c" providerId="AD" clId="Web-{4854C182-EB65-784F-EB7C-2BC201FE65C4}" dt="2026-01-30T18:38:24.191" v="378" actId="20577"/>
          <ac:spMkLst>
            <pc:docMk/>
            <pc:sldMk cId="3263255345" sldId="385"/>
            <ac:spMk id="12" creationId="{C6215EF7-5623-4F2F-644A-0B6A907479D8}"/>
          </ac:spMkLst>
        </pc:spChg>
        <pc:picChg chg="add mod">
          <ac:chgData name="Rajib Roy" userId="S::rajibroy@iisc.ac.in::8daeebea-34f9-41a3-9646-fe0eb78c172c" providerId="AD" clId="Web-{4854C182-EB65-784F-EB7C-2BC201FE65C4}" dt="2026-01-30T18:39:27.629" v="379" actId="1076"/>
          <ac:picMkLst>
            <pc:docMk/>
            <pc:sldMk cId="3263255345" sldId="385"/>
            <ac:picMk id="4" creationId="{AA50385C-17E1-5E41-A790-A04299B0A452}"/>
          </ac:picMkLst>
        </pc:picChg>
        <pc:picChg chg="add mod">
          <ac:chgData name="Rajib Roy" userId="S::rajibroy@iisc.ac.in::8daeebea-34f9-41a3-9646-fe0eb78c172c" providerId="AD" clId="Web-{4854C182-EB65-784F-EB7C-2BC201FE65C4}" dt="2026-01-30T18:39:29.238" v="380" actId="1076"/>
          <ac:picMkLst>
            <pc:docMk/>
            <pc:sldMk cId="3263255345" sldId="385"/>
            <ac:picMk id="5" creationId="{905E8996-89D9-4667-AAEC-05FB1AC87E17}"/>
          </ac:picMkLst>
        </pc:picChg>
        <pc:picChg chg="add mod">
          <ac:chgData name="Rajib Roy" userId="S::rajibroy@iisc.ac.in::8daeebea-34f9-41a3-9646-fe0eb78c172c" providerId="AD" clId="Web-{4854C182-EB65-784F-EB7C-2BC201FE65C4}" dt="2026-01-30T18:39:31.910" v="382" actId="1076"/>
          <ac:picMkLst>
            <pc:docMk/>
            <pc:sldMk cId="3263255345" sldId="385"/>
            <ac:picMk id="6" creationId="{D5B6F9D5-E398-CC45-BB88-05F9D2E99DE0}"/>
          </ac:picMkLst>
        </pc:picChg>
        <pc:picChg chg="add mod">
          <ac:chgData name="Rajib Roy" userId="S::rajibroy@iisc.ac.in::8daeebea-34f9-41a3-9646-fe0eb78c172c" providerId="AD" clId="Web-{4854C182-EB65-784F-EB7C-2BC201FE65C4}" dt="2026-01-30T18:39:30.520" v="381" actId="1076"/>
          <ac:picMkLst>
            <pc:docMk/>
            <pc:sldMk cId="3263255345" sldId="385"/>
            <ac:picMk id="7" creationId="{EB4A42BA-D036-465E-0C3C-5530300CB4C3}"/>
          </ac:picMkLst>
        </pc:picChg>
        <pc:picChg chg="add mod">
          <ac:chgData name="Rajib Roy" userId="S::rajibroy@iisc.ac.in::8daeebea-34f9-41a3-9646-fe0eb78c172c" providerId="AD" clId="Web-{4854C182-EB65-784F-EB7C-2BC201FE65C4}" dt="2026-01-30T18:39:34.192" v="383" actId="1076"/>
          <ac:picMkLst>
            <pc:docMk/>
            <pc:sldMk cId="3263255345" sldId="385"/>
            <ac:picMk id="8" creationId="{13074BB5-097A-CA93-639F-6267E9B2164A}"/>
          </ac:picMkLst>
        </pc:picChg>
        <pc:picChg chg="add mod">
          <ac:chgData name="Rajib Roy" userId="S::rajibroy@iisc.ac.in::8daeebea-34f9-41a3-9646-fe0eb78c172c" providerId="AD" clId="Web-{4854C182-EB65-784F-EB7C-2BC201FE65C4}" dt="2026-01-30T18:39:35.551" v="384" actId="1076"/>
          <ac:picMkLst>
            <pc:docMk/>
            <pc:sldMk cId="3263255345" sldId="385"/>
            <ac:picMk id="9" creationId="{3E787BC7-1E53-08FC-FF54-F1A589B70FF1}"/>
          </ac:picMkLst>
        </pc:picChg>
      </pc:sldChg>
      <pc:sldChg chg="addSp delSp modSp new">
        <pc:chgData name="Rajib Roy" userId="S::rajibroy@iisc.ac.in::8daeebea-34f9-41a3-9646-fe0eb78c172c" providerId="AD" clId="Web-{4854C182-EB65-784F-EB7C-2BC201FE65C4}" dt="2026-01-30T18:42:51.803" v="401" actId="1076"/>
        <pc:sldMkLst>
          <pc:docMk/>
          <pc:sldMk cId="2043225174" sldId="386"/>
        </pc:sldMkLst>
        <pc:spChg chg="mod">
          <ac:chgData name="Rajib Roy" userId="S::rajibroy@iisc.ac.in::8daeebea-34f9-41a3-9646-fe0eb78c172c" providerId="AD" clId="Web-{4854C182-EB65-784F-EB7C-2BC201FE65C4}" dt="2026-01-30T18:18:30.230" v="202" actId="20577"/>
          <ac:spMkLst>
            <pc:docMk/>
            <pc:sldMk cId="2043225174" sldId="386"/>
            <ac:spMk id="2" creationId="{95F1931C-13E7-FA2F-9A2B-458B911DEF24}"/>
          </ac:spMkLst>
        </pc:spChg>
        <pc:spChg chg="mod">
          <ac:chgData name="Rajib Roy" userId="S::rajibroy@iisc.ac.in::8daeebea-34f9-41a3-9646-fe0eb78c172c" providerId="AD" clId="Web-{4854C182-EB65-784F-EB7C-2BC201FE65C4}" dt="2026-01-30T18:16:39.588" v="163" actId="20577"/>
          <ac:spMkLst>
            <pc:docMk/>
            <pc:sldMk cId="2043225174" sldId="386"/>
            <ac:spMk id="3" creationId="{3FDC3140-7C9C-C1FB-0505-BB0A556CE6AB}"/>
          </ac:spMkLst>
        </pc:spChg>
        <pc:spChg chg="add del">
          <ac:chgData name="Rajib Roy" userId="S::rajibroy@iisc.ac.in::8daeebea-34f9-41a3-9646-fe0eb78c172c" providerId="AD" clId="Web-{4854C182-EB65-784F-EB7C-2BC201FE65C4}" dt="2026-01-30T18:16:48.322" v="165"/>
          <ac:spMkLst>
            <pc:docMk/>
            <pc:sldMk cId="2043225174" sldId="386"/>
            <ac:spMk id="4" creationId="{95AC972C-8CB5-AD57-5135-17299B88EA39}"/>
          </ac:spMkLst>
        </pc:spChg>
        <pc:spChg chg="add mod">
          <ac:chgData name="Rajib Roy" userId="S::rajibroy@iisc.ac.in::8daeebea-34f9-41a3-9646-fe0eb78c172c" providerId="AD" clId="Web-{4854C182-EB65-784F-EB7C-2BC201FE65C4}" dt="2026-01-30T18:42:51.803" v="401" actId="1076"/>
          <ac:spMkLst>
            <pc:docMk/>
            <pc:sldMk cId="2043225174" sldId="386"/>
            <ac:spMk id="5" creationId="{5746B5A5-2387-9486-FBBB-E7FF438E6E5B}"/>
          </ac:spMkLst>
        </pc:spChg>
      </pc:sldChg>
      <pc:sldChg chg="new del">
        <pc:chgData name="Rajib Roy" userId="S::rajibroy@iisc.ac.in::8daeebea-34f9-41a3-9646-fe0eb78c172c" providerId="AD" clId="Web-{4854C182-EB65-784F-EB7C-2BC201FE65C4}" dt="2026-01-30T18:21:48.200" v="262"/>
        <pc:sldMkLst>
          <pc:docMk/>
          <pc:sldMk cId="1608507997" sldId="3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35C32-9ADE-FE42-918C-822D8563D33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A7DDB-EEC3-E14D-8139-D0C29FBA1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6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71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8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113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5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2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2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9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9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5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9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89FEDE-C972-86ED-109B-6D0F5975EE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078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aultimothymooney/chest-xray-pneumoni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334C-2128-6EF5-3E4B-DAD27C31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73157"/>
            <a:ext cx="8825658" cy="165685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Automated Pneumonia Detection from Chest X-Ray Images using Deep Learning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F59C3-A0E6-79EC-8CDE-DEDBE0A8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61763"/>
            <a:ext cx="8825658" cy="8614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dirty="0">
                <a:latin typeface="Arial"/>
                <a:cs typeface="Arial"/>
              </a:rPr>
              <a:t>Name: Vishakha kumari</a:t>
            </a:r>
          </a:p>
          <a:p>
            <a:r>
              <a:rPr lang="en-US" sz="1400" dirty="0">
                <a:latin typeface="Arial"/>
                <a:cs typeface="Arial"/>
              </a:rPr>
              <a:t>Department: DSBA</a:t>
            </a:r>
          </a:p>
          <a:p>
            <a:r>
              <a:rPr lang="en-US" sz="1400" dirty="0">
                <a:latin typeface="Arial"/>
                <a:cs typeface="Arial"/>
              </a:rPr>
              <a:t>SR NUMBER</a:t>
            </a:r>
            <a:r>
              <a:rPr lang="en-US" sz="1400" dirty="0"/>
              <a:t>:24848</a:t>
            </a:r>
            <a:endParaRPr lang="en-US" sz="1400">
              <a:latin typeface="Arial"/>
              <a:ea typeface="Calibri Light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62F81AC-3228-2003-4EDE-FAB0A045246E}"/>
              </a:ext>
            </a:extLst>
          </p:cNvPr>
          <p:cNvSpPr txBox="1">
            <a:spLocks/>
          </p:cNvSpPr>
          <p:nvPr/>
        </p:nvSpPr>
        <p:spPr>
          <a:xfrm>
            <a:off x="2343675" y="40617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latin typeface="Arial"/>
                <a:cs typeface="Arial"/>
              </a:rPr>
              <a:t>Name: RAJIB ROY</a:t>
            </a:r>
            <a:endParaRPr lang="en-US" sz="1400" dirty="0">
              <a:latin typeface="Arial"/>
              <a:ea typeface="Calibri Light" panose="020F0302020204030204"/>
              <a:cs typeface="Arial"/>
            </a:endParaRPr>
          </a:p>
          <a:p>
            <a:pPr algn="r"/>
            <a:r>
              <a:rPr lang="en-US" sz="1400" dirty="0">
                <a:latin typeface="Arial"/>
                <a:cs typeface="Arial"/>
              </a:rPr>
              <a:t>Department: AI</a:t>
            </a:r>
          </a:p>
          <a:p>
            <a:pPr algn="r"/>
            <a:r>
              <a:rPr lang="en-US" sz="1400">
                <a:latin typeface="Arial"/>
                <a:cs typeface="Arial"/>
              </a:rPr>
              <a:t>SR NUMBER</a:t>
            </a:r>
            <a:r>
              <a:rPr lang="en-US" sz="1400"/>
              <a:t>:24459</a:t>
            </a:r>
            <a:endParaRPr lang="en-US" sz="1400">
              <a:latin typeface="Arial"/>
              <a:ea typeface="Calibri Light" panose="020F030202020403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431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143DB-8307-F9DB-CD6E-3EB80D69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452" y="2101102"/>
            <a:ext cx="10061663" cy="3983504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Clinical Motivation: </a:t>
            </a:r>
            <a:r>
              <a:rPr lang="en-US" sz="1800" dirty="0">
                <a:ea typeface="+mn-lt"/>
                <a:cs typeface="+mn-lt"/>
              </a:rPr>
              <a:t>Pneumonia is a leading cause of mortality in children worldwide. Manual diagnosis from chest X-rays is time-consuming and prone to inter-observer variability.</a:t>
            </a:r>
            <a:endParaRPr lang="en-US" sz="18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8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Primary Objective: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Develop a deep learning–based model to classify chest X-ray images as </a:t>
            </a:r>
            <a:r>
              <a:rPr lang="en-US" sz="1800" b="1" dirty="0">
                <a:ea typeface="+mn-lt"/>
                <a:cs typeface="+mn-lt"/>
              </a:rPr>
              <a:t>Pneumonia</a:t>
            </a:r>
            <a:r>
              <a:rPr lang="en-US" sz="1800" dirty="0">
                <a:ea typeface="+mn-lt"/>
                <a:cs typeface="+mn-lt"/>
              </a:rPr>
              <a:t> or </a:t>
            </a:r>
            <a:r>
              <a:rPr lang="en-US" sz="1800" b="1" dirty="0">
                <a:ea typeface="+mn-lt"/>
                <a:cs typeface="+mn-lt"/>
              </a:rPr>
              <a:t>Normal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Secondary Objectives: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Compare performance of multiple pretrained CNN architectures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Address class imbalance using data augmentation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Apply Grad-CAM to improve clinical interpretability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684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2311-AD6E-0A40-2414-D559574A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038" y="750084"/>
            <a:ext cx="9404723" cy="968119"/>
          </a:xfrm>
        </p:spPr>
        <p:txBody>
          <a:bodyPr>
            <a:norm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DATASETS TO BE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9556-1992-96C1-FEC3-DC227122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914" y="2057709"/>
            <a:ext cx="10089541" cy="4254647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Dataset Name &amp; Size: </a:t>
            </a:r>
            <a:r>
              <a:rPr lang="en-IN" sz="1800" dirty="0">
                <a:ea typeface="+mn-lt"/>
                <a:cs typeface="+mn-lt"/>
                <a:hlinkClick r:id="rId2"/>
              </a:rPr>
              <a:t>Kaggle Chest X-Ray Pneumonia Dataset</a:t>
            </a:r>
            <a:r>
              <a:rPr lang="en-IN" sz="1800" dirty="0">
                <a:ea typeface="+mn-lt"/>
                <a:cs typeface="+mn-lt"/>
              </a:rPr>
              <a:t> - 5,863 labelled chest X-ray images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Patient Demographics: </a:t>
            </a:r>
            <a:r>
              <a:rPr lang="en-IN" sz="1800" dirty="0" err="1">
                <a:ea typeface="+mn-lt"/>
                <a:cs typeface="+mn-lt"/>
              </a:rPr>
              <a:t>Pediatric</a:t>
            </a:r>
            <a:r>
              <a:rPr lang="en-IN" sz="1800" dirty="0">
                <a:ea typeface="+mn-lt"/>
                <a:cs typeface="+mn-lt"/>
              </a:rPr>
              <a:t> patients (approx. 1–5 years)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Imaging Details: </a:t>
            </a:r>
            <a:r>
              <a:rPr lang="en-IN" sz="1800" dirty="0">
                <a:ea typeface="+mn-lt"/>
                <a:cs typeface="+mn-lt"/>
              </a:rPr>
              <a:t>Posterior–Anterior (PA) chest X-ray images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Annotations: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Image-level labels (Normal / Pneumonia)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Annotated by expert radiologists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Additional Notes: </a:t>
            </a:r>
            <a:r>
              <a:rPr lang="en-IN" sz="1800" dirty="0">
                <a:ea typeface="+mn-lt"/>
                <a:cs typeface="+mn-lt"/>
              </a:rPr>
              <a:t>Public benchmark dataset widely used in medical AI research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IN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1567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A558-CDD8-3D6C-BF3D-E5CDC673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latin typeface="Arial"/>
                <a:cs typeface="Arial"/>
              </a:rPr>
              <a:t>SAMPLE IMAGES</a:t>
            </a:r>
            <a:br>
              <a:rPr lang="en-US" sz="1200" b="1" dirty="0">
                <a:latin typeface="Arial"/>
                <a:cs typeface="Arial"/>
              </a:rPr>
            </a:br>
            <a:r>
              <a:rPr lang="en-US" sz="1200" dirty="0">
                <a:solidFill>
                  <a:srgbClr val="3C4043"/>
                </a:solidFill>
                <a:highlight>
                  <a:srgbClr val="FFFFFF"/>
                </a:highlight>
                <a:latin typeface="Inter"/>
              </a:rPr>
              <a:t>The normal chest X-ray (left panel) depicts clear lungs without any areas of abnormal opacification in the image. Bacterial pneumonia (middle) typically exhibits a focal lobar consolidation, whereas viral pneumonia (right) manifests with a more diffuse ‘‘interstitial’’ pattern in both lungs.</a:t>
            </a:r>
            <a:endParaRPr lang="en-US" sz="1400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Picture 3" descr="A x-ray of a child&amp;#39;s chest&#10;&#10;AI-generated content may be incorrect.">
            <a:extLst>
              <a:ext uri="{FF2B5EF4-FFF2-40B4-BE49-F238E27FC236}">
                <a16:creationId xmlns:a16="http://schemas.microsoft.com/office/drawing/2014/main" id="{AA50385C-17E1-5E41-A790-A04299B0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66" y="2202365"/>
            <a:ext cx="2120859" cy="1821367"/>
          </a:xfrm>
          <a:prstGeom prst="rect">
            <a:avLst/>
          </a:prstGeom>
        </p:spPr>
      </p:pic>
      <p:pic>
        <p:nvPicPr>
          <p:cNvPr id="5" name="Picture 4" descr="X-ray of a child&amp;#39;s chest&#10;&#10;AI-generated content may be incorrect.">
            <a:extLst>
              <a:ext uri="{FF2B5EF4-FFF2-40B4-BE49-F238E27FC236}">
                <a16:creationId xmlns:a16="http://schemas.microsoft.com/office/drawing/2014/main" id="{905E8996-89D9-4667-AAEC-05FB1AC8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20" y="4102720"/>
            <a:ext cx="2129426" cy="1895709"/>
          </a:xfrm>
          <a:prstGeom prst="rect">
            <a:avLst/>
          </a:prstGeom>
        </p:spPr>
      </p:pic>
      <p:pic>
        <p:nvPicPr>
          <p:cNvPr id="6" name="Picture 5" descr="A x-ray of a person&amp;#39;s chest&#10;&#10;AI-generated content may be incorrect.">
            <a:extLst>
              <a:ext uri="{FF2B5EF4-FFF2-40B4-BE49-F238E27FC236}">
                <a16:creationId xmlns:a16="http://schemas.microsoft.com/office/drawing/2014/main" id="{D5B6F9D5-E398-CC45-BB88-05F9D2E99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747" y="2174487"/>
            <a:ext cx="2137068" cy="1821367"/>
          </a:xfrm>
          <a:prstGeom prst="rect">
            <a:avLst/>
          </a:prstGeom>
        </p:spPr>
      </p:pic>
      <p:pic>
        <p:nvPicPr>
          <p:cNvPr id="7" name="Picture 6" descr="X-ray of a person&amp;#39;s chest&#10;&#10;AI-generated content may be incorrect.">
            <a:extLst>
              <a:ext uri="{FF2B5EF4-FFF2-40B4-BE49-F238E27FC236}">
                <a16:creationId xmlns:a16="http://schemas.microsoft.com/office/drawing/2014/main" id="{EB4A42BA-D036-465E-0C3C-5530300CB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71" y="4102719"/>
            <a:ext cx="2821749" cy="1886416"/>
          </a:xfrm>
          <a:prstGeom prst="rect">
            <a:avLst/>
          </a:prstGeom>
        </p:spPr>
      </p:pic>
      <p:pic>
        <p:nvPicPr>
          <p:cNvPr id="8" name="Picture 7" descr="A x-ray of a person&amp;#39;s chest&#10;&#10;AI-generated content may be incorrect.">
            <a:extLst>
              <a:ext uri="{FF2B5EF4-FFF2-40B4-BE49-F238E27FC236}">
                <a16:creationId xmlns:a16="http://schemas.microsoft.com/office/drawing/2014/main" id="{13074BB5-097A-CA93-639F-6267E9B21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631" y="2180993"/>
            <a:ext cx="2836127" cy="1817649"/>
          </a:xfrm>
          <a:prstGeom prst="rect">
            <a:avLst/>
          </a:prstGeom>
        </p:spPr>
      </p:pic>
      <p:pic>
        <p:nvPicPr>
          <p:cNvPr id="9" name="Picture 8" descr="A chest x-ray of a person&#10;&#10;AI-generated content may be incorrect.">
            <a:extLst>
              <a:ext uri="{FF2B5EF4-FFF2-40B4-BE49-F238E27FC236}">
                <a16:creationId xmlns:a16="http://schemas.microsoft.com/office/drawing/2014/main" id="{3E787BC7-1E53-08FC-FF54-F1A589B70F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5425" y="4099931"/>
            <a:ext cx="3152079" cy="18901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77813C-86AC-80FD-2CAE-339FB49F5612}"/>
              </a:ext>
            </a:extLst>
          </p:cNvPr>
          <p:cNvSpPr txBox="1"/>
          <p:nvPr/>
        </p:nvSpPr>
        <p:spPr>
          <a:xfrm>
            <a:off x="1198880" y="1808480"/>
            <a:ext cx="21234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NORMAL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270EF-FDF7-92B7-E7E9-00DF2D365E96}"/>
              </a:ext>
            </a:extLst>
          </p:cNvPr>
          <p:cNvSpPr txBox="1"/>
          <p:nvPr/>
        </p:nvSpPr>
        <p:spPr>
          <a:xfrm>
            <a:off x="4551680" y="1838960"/>
            <a:ext cx="239776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BACTERIA INFECTED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15EF7-5623-4F2F-644A-0B6A907479D8}"/>
              </a:ext>
            </a:extLst>
          </p:cNvPr>
          <p:cNvSpPr txBox="1"/>
          <p:nvPr/>
        </p:nvSpPr>
        <p:spPr>
          <a:xfrm>
            <a:off x="8016240" y="1818640"/>
            <a:ext cx="299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VIRUS INFECTED</a:t>
            </a:r>
          </a:p>
        </p:txBody>
      </p:sp>
    </p:spTree>
    <p:extLst>
      <p:ext uri="{BB962C8B-B14F-4D97-AF65-F5344CB8AC3E}">
        <p14:creationId xmlns:p14="http://schemas.microsoft.com/office/powerpoint/2010/main" val="3263255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3FF1-E2E3-2634-0CF1-98A50C94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 PAPER(S) TO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C6EB2-2623-6199-9F0D-C41818AFD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50173"/>
            <a:ext cx="10058400" cy="3818921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Paper: </a:t>
            </a:r>
            <a:r>
              <a:rPr lang="en-US" sz="1800" b="1" dirty="0" err="1">
                <a:ea typeface="+mn-lt"/>
                <a:cs typeface="+mn-lt"/>
              </a:rPr>
              <a:t>Rajpurkar</a:t>
            </a:r>
            <a:r>
              <a:rPr lang="en-US" sz="1800" b="1" dirty="0">
                <a:ea typeface="+mn-lt"/>
                <a:cs typeface="+mn-lt"/>
              </a:rPr>
              <a:t> et al., </a:t>
            </a:r>
            <a:r>
              <a:rPr lang="en-US" sz="1800" i="1" dirty="0" err="1">
                <a:ea typeface="+mn-lt"/>
                <a:cs typeface="+mn-lt"/>
              </a:rPr>
              <a:t>CheXNet</a:t>
            </a:r>
            <a:r>
              <a:rPr lang="en-US" sz="1800" i="1" dirty="0">
                <a:ea typeface="+mn-lt"/>
                <a:cs typeface="+mn-lt"/>
              </a:rPr>
              <a:t>: Radiologist-Level Pneumonia Detection on Chest X-Rays</a:t>
            </a:r>
            <a:r>
              <a:rPr lang="en-US" sz="1800" dirty="0">
                <a:ea typeface="+mn-lt"/>
                <a:cs typeface="+mn-lt"/>
              </a:rPr>
              <a:t> (2017)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Why This Paper?</a:t>
            </a:r>
            <a:endParaRPr lang="en-US" sz="1800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Landmark study proving CNNs can achieve radiologist-level performance</a:t>
            </a:r>
            <a:endParaRPr lang="en-IN" sz="18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Uses DenseNet-121 architecture</a:t>
            </a: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Key Contributions:</a:t>
            </a:r>
            <a:endParaRPr lang="en-IN" sz="18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Introduced deep </a:t>
            </a:r>
            <a:r>
              <a:rPr lang="en-US" sz="1800" dirty="0" err="1">
                <a:ea typeface="+mn-lt"/>
                <a:cs typeface="+mn-lt"/>
              </a:rPr>
              <a:t>DenseNet</a:t>
            </a:r>
            <a:r>
              <a:rPr lang="en-US" sz="1800" dirty="0">
                <a:ea typeface="+mn-lt"/>
                <a:cs typeface="+mn-lt"/>
              </a:rPr>
              <a:t> architecture for chest X-ray analysis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Established DL as a clinical decision-support tool</a:t>
            </a: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Performance:</a:t>
            </a:r>
            <a:endParaRPr lang="en-US" sz="1800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AUROC ≈ </a:t>
            </a:r>
            <a:r>
              <a:rPr lang="en-US" sz="1800" b="1" dirty="0">
                <a:ea typeface="+mn-lt"/>
                <a:cs typeface="+mn-lt"/>
              </a:rPr>
              <a:t>0.76</a:t>
            </a:r>
            <a:r>
              <a:rPr lang="en-US" sz="1800" dirty="0">
                <a:ea typeface="+mn-lt"/>
                <a:cs typeface="+mn-lt"/>
              </a:rPr>
              <a:t> for pneumonia detection</a:t>
            </a:r>
            <a:endParaRPr lang="en-IN" sz="18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1800" b="1" dirty="0">
              <a:latin typeface="Arial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IN" sz="1800" dirty="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68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3566-FE92-2850-F8AD-B55EDA41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 PAPER(S) TO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A48B9-320E-53FF-38B7-23FA63CBD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5929"/>
            <a:ext cx="10058400" cy="3763165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Paper: Irvin et al., </a:t>
            </a:r>
            <a:r>
              <a:rPr lang="en-IN" sz="1800" i="1" dirty="0" err="1">
                <a:ea typeface="+mn-lt"/>
                <a:cs typeface="+mn-lt"/>
              </a:rPr>
              <a:t>CheXpert</a:t>
            </a:r>
            <a:r>
              <a:rPr lang="en-IN" sz="1800" i="1" dirty="0">
                <a:ea typeface="+mn-lt"/>
                <a:cs typeface="+mn-lt"/>
              </a:rPr>
              <a:t>: A Large Chest Radiograph Dataset with Uncertainty Labels</a:t>
            </a:r>
            <a:r>
              <a:rPr lang="en-IN" sz="1800" dirty="0">
                <a:ea typeface="+mn-lt"/>
                <a:cs typeface="+mn-lt"/>
              </a:rPr>
              <a:t> (AAAI 2019)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Why This Paper?</a:t>
            </a:r>
            <a:endParaRPr lang="en-IN" sz="1800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Addresses label uncertainty in medical imaging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Improves robustness and generalization</a:t>
            </a: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Key Contributions:</a:t>
            </a:r>
            <a:endParaRPr lang="en-IN" sz="1800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Introduced uncertainty-aware labelling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Proposed clinically realistic evaluation strategies</a:t>
            </a:r>
          </a:p>
          <a:p>
            <a:pPr marL="0" indent="0">
              <a:buNone/>
            </a:pPr>
            <a:r>
              <a:rPr lang="en-IN" sz="1800" b="1" dirty="0">
                <a:ea typeface="+mn-lt"/>
                <a:cs typeface="+mn-lt"/>
              </a:rPr>
              <a:t>Performance:</a:t>
            </a:r>
            <a:endParaRPr lang="en-IN" sz="1800" dirty="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IN" sz="1800" dirty="0">
                <a:ea typeface="+mn-lt"/>
                <a:cs typeface="+mn-lt"/>
              </a:rPr>
              <a:t>AUROC ≈ </a:t>
            </a:r>
            <a:r>
              <a:rPr lang="en-IN" sz="1800" b="1" dirty="0">
                <a:ea typeface="+mn-lt"/>
                <a:cs typeface="+mn-lt"/>
              </a:rPr>
              <a:t>0.80–0.85</a:t>
            </a:r>
            <a:r>
              <a:rPr lang="en-IN" sz="1800" dirty="0">
                <a:ea typeface="+mn-lt"/>
                <a:cs typeface="+mn-lt"/>
              </a:rPr>
              <a:t> (model-dependent)</a:t>
            </a:r>
            <a:endParaRPr lang="en-US" sz="1800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IN" sz="18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264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931C-13E7-FA2F-9A2B-458B911D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latin typeface="Arial"/>
                <a:cs typeface="Arial"/>
              </a:rPr>
              <a:t>METHODOLOGY AND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C3140-7C9C-C1FB-0505-BB0A556CE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1490"/>
            <a:ext cx="4185425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Pipeline: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Data preprocessing &amp; augmentation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Train baseline CNN model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Handle class imbalance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Compare multiple CNN architectures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Evaluate using standard metrics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Apply Grad-CAM for explainability</a:t>
            </a:r>
            <a:endParaRPr lang="en-US" dirty="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6B5A5-2387-9486-FBBB-E7FF438E6E5B}"/>
              </a:ext>
            </a:extLst>
          </p:cNvPr>
          <p:cNvSpPr txBox="1"/>
          <p:nvPr/>
        </p:nvSpPr>
        <p:spPr>
          <a:xfrm>
            <a:off x="6350000" y="2019487"/>
            <a:ext cx="4809150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404040"/>
                </a:solidFill>
                <a:ea typeface="+mn-lt"/>
                <a:cs typeface="+mn-lt"/>
              </a:rPr>
              <a:t>Evaluation Metrics Used: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Accuracy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Area Under ROC Curve (AUROC)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Sensitivity (Recall)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Specificity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Confusion Matrix</a:t>
            </a:r>
          </a:p>
          <a:p>
            <a:endParaRPr lang="en-US" sz="2000" b="1" dirty="0">
              <a:solidFill>
                <a:srgbClr val="40404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</a:pPr>
            <a:endParaRPr lang="en-US" sz="2000" b="1" dirty="0">
              <a:solidFill>
                <a:srgbClr val="40404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3225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B4B0-C263-B1D7-1567-69144A47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latin typeface="Arial"/>
                <a:cs typeface="Arial"/>
              </a:rPr>
              <a:t>INDIVIDUAL CONTRIBUTIONS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56AAA-7426-C3D6-B83F-2E8C691F7E39}"/>
              </a:ext>
            </a:extLst>
          </p:cNvPr>
          <p:cNvSpPr txBox="1"/>
          <p:nvPr/>
        </p:nvSpPr>
        <p:spPr>
          <a:xfrm>
            <a:off x="6441440" y="1926931"/>
            <a:ext cx="471077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Rajib Roy (AI)</a:t>
            </a:r>
            <a:endParaRPr lang="en-US" dirty="0"/>
          </a:p>
          <a:p>
            <a:r>
              <a:rPr lang="en-US" sz="1600" b="1" dirty="0">
                <a:ea typeface="+mn-lt"/>
                <a:cs typeface="+mn-lt"/>
              </a:rPr>
              <a:t>Primary Focus: Modeling &amp; Architecture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CNN model implementation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Transfer learning with pretrained models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Architecture comparison (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DenseNet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ResNet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etc.)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Hyperparameter tuning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Grad-CAM implementation &amp; visualization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F4929-13C7-FEA7-918B-618489B0BAF7}"/>
              </a:ext>
            </a:extLst>
          </p:cNvPr>
          <p:cNvSpPr txBox="1"/>
          <p:nvPr/>
        </p:nvSpPr>
        <p:spPr>
          <a:xfrm>
            <a:off x="1239520" y="1930400"/>
            <a:ext cx="495808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Vishakha Kumari (DSBA)</a:t>
            </a:r>
            <a:endParaRPr lang="en-US" dirty="0"/>
          </a:p>
          <a:p>
            <a:r>
              <a:rPr lang="en-US" sz="1600" b="1" dirty="0">
                <a:ea typeface="+mn-lt"/>
                <a:cs typeface="+mn-lt"/>
              </a:rPr>
              <a:t>Primary Focus: Data &amp; Evaluation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Dataset understanding and EDA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Data preprocessing &amp; augmentation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Handling class imbalance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Model evaluation &amp; metrics analysis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Confusion matrix, ROC curves</a:t>
            </a:r>
            <a:endParaRPr lang="en-US" sz="1600" dirty="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AA40F-892C-2E0F-B86D-02BD4B758069}"/>
              </a:ext>
            </a:extLst>
          </p:cNvPr>
          <p:cNvSpPr txBox="1"/>
          <p:nvPr/>
        </p:nvSpPr>
        <p:spPr>
          <a:xfrm>
            <a:off x="3686221" y="4329151"/>
            <a:ext cx="482600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Joint Responsibilities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Literature review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Result interpretation and documentation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dirty="0">
                <a:ea typeface="Calibri"/>
                <a:cs typeface="Calibri"/>
              </a:rPr>
              <a:t>Final conclusions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342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2CCF-2F63-EAB6-7C55-723EA6D8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/>
                <a:cs typeface="Arial"/>
              </a:rPr>
              <a:t>FINAL DELIVERABLES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AD5A-5785-7955-7A1D-7D2F6F0BB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019" y="2054062"/>
            <a:ext cx="8946541" cy="38690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Trained CNN-based pneumonia detection model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Quantitative performance comparison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Grad-CAM heatmaps for interpretability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Final project report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0704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7C72483F11D4DA2730B64E78C7605" ma:contentTypeVersion="7" ma:contentTypeDescription="Create a new document." ma:contentTypeScope="" ma:versionID="c5a03561bf4af1bce721cea200ac2399">
  <xsd:schema xmlns:xsd="http://www.w3.org/2001/XMLSchema" xmlns:xs="http://www.w3.org/2001/XMLSchema" xmlns:p="http://schemas.microsoft.com/office/2006/metadata/properties" xmlns:ns2="1159fd8f-c7e5-4925-83b7-d94dc0b8dd75" targetNamespace="http://schemas.microsoft.com/office/2006/metadata/properties" ma:root="true" ma:fieldsID="e529094f237f9660feba51cb96a248ad" ns2:_="">
    <xsd:import namespace="1159fd8f-c7e5-4925-83b7-d94dc0b8d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9fd8f-c7e5-4925-83b7-d94dc0b8dd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CA4387-E4A6-4BFC-9F1D-91D00DF6EDB9}">
  <ds:schemaRefs>
    <ds:schemaRef ds:uri="1159fd8f-c7e5-4925-83b7-d94dc0b8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6E6B674-7718-4432-8E73-11BC8F29E346}">
  <ds:schemaRefs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1159fd8f-c7e5-4925-83b7-d94dc0b8dd7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31921DB-1F7E-44D2-B20E-60CA70495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{1949AA98-0660-0E41-B9C4-E7AD109FA354}tf10001062</Template>
  <TotalTime>2</TotalTime>
  <Words>475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Automated Pneumonia Detection from Chest X-Ray Images using Deep Learning</vt:lpstr>
      <vt:lpstr>PROBLEM STATEMENT</vt:lpstr>
      <vt:lpstr>DATASETS TO BE USED</vt:lpstr>
      <vt:lpstr>SAMPLE IMAGES The normal chest X-ray (left panel) depicts clear lungs without any areas of abnormal opacification in the image. Bacterial pneumonia (middle) typically exhibits a focal lobar consolidation, whereas viral pneumonia (right) manifests with a more diffuse ‘‘interstitial’’ pattern in both lungs.</vt:lpstr>
      <vt:lpstr>BASELINE PAPER(S) TO START</vt:lpstr>
      <vt:lpstr>BASELINE PAPER(S) TO START</vt:lpstr>
      <vt:lpstr>METHODOLOGY AND EVALUATION</vt:lpstr>
      <vt:lpstr>INDIVIDUAL CONTRIBUTIONS</vt:lpstr>
      <vt:lpstr>FINAL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Imaging</dc:title>
  <dc:creator>Vaanathi Sundaresan</dc:creator>
  <cp:lastModifiedBy>Vishakha Kumari (vishakku)</cp:lastModifiedBy>
  <cp:revision>192</cp:revision>
  <dcterms:created xsi:type="dcterms:W3CDTF">2023-01-15T15:15:23Z</dcterms:created>
  <dcterms:modified xsi:type="dcterms:W3CDTF">2026-01-30T18:42:52Z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0x01010064F7C72483F11D4DA2730B64E78C7605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Retrospect:11</vt:lpwstr>
  </property>
  <property fmtid="{D5CDD505-2E9C-101B-9397-08002B2CF9AE}" pid="5" name="ClassificationContentMarkingFooterText">
    <vt:lpwstr>Cisco Confidential</vt:lpwstr>
  </property>
</Properties>
</file>