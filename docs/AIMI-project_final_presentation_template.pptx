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9" r:id="rId4"/>
  </p:sldMasterIdLst>
  <p:notesMasterIdLst>
    <p:notesMasterId r:id="rId14"/>
  </p:notesMasterIdLst>
  <p:sldIdLst>
    <p:sldId id="369" r:id="rId5"/>
    <p:sldId id="388" r:id="rId6"/>
    <p:sldId id="385" r:id="rId7"/>
    <p:sldId id="370" r:id="rId8"/>
    <p:sldId id="371" r:id="rId9"/>
    <p:sldId id="382" r:id="rId10"/>
    <p:sldId id="383" r:id="rId11"/>
    <p:sldId id="372" r:id="rId12"/>
    <p:sldId id="38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46243B6-5C2B-31E2-50ED-D7B906B0DF72}" v="16" dt="2026-04-06T09:41:38.54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inchana Kl" userId="S::sinchanakl@iisc.ac.in::31a62d28-d8b3-4662-9d15-65cf5499009a" providerId="AD" clId="Web-{046243B6-5C2B-31E2-50ED-D7B906B0DF72}"/>
    <pc:docChg chg="addSld delSld">
      <pc:chgData name="Sinchana Kl" userId="S::sinchanakl@iisc.ac.in::31a62d28-d8b3-4662-9d15-65cf5499009a" providerId="AD" clId="Web-{046243B6-5C2B-31E2-50ED-D7B906B0DF72}" dt="2026-04-06T09:41:38.525" v="15"/>
      <pc:docMkLst>
        <pc:docMk/>
      </pc:docMkLst>
      <pc:sldChg chg="add del">
        <pc:chgData name="Sinchana Kl" userId="S::sinchanakl@iisc.ac.in::31a62d28-d8b3-4662-9d15-65cf5499009a" providerId="AD" clId="Web-{046243B6-5C2B-31E2-50ED-D7B906B0DF72}" dt="2026-04-06T09:41:38.494" v="10"/>
        <pc:sldMkLst>
          <pc:docMk/>
          <pc:sldMk cId="3096846577" sldId="370"/>
        </pc:sldMkLst>
      </pc:sldChg>
      <pc:sldChg chg="add del">
        <pc:chgData name="Sinchana Kl" userId="S::sinchanakl@iisc.ac.in::31a62d28-d8b3-4662-9d15-65cf5499009a" providerId="AD" clId="Web-{046243B6-5C2B-31E2-50ED-D7B906B0DF72}" dt="2026-04-06T09:41:38.494" v="11"/>
        <pc:sldMkLst>
          <pc:docMk/>
          <pc:sldMk cId="1951567899" sldId="371"/>
        </pc:sldMkLst>
      </pc:sldChg>
      <pc:sldChg chg="add del">
        <pc:chgData name="Sinchana Kl" userId="S::sinchanakl@iisc.ac.in::31a62d28-d8b3-4662-9d15-65cf5499009a" providerId="AD" clId="Web-{046243B6-5C2B-31E2-50ED-D7B906B0DF72}" dt="2026-04-06T09:41:38.509" v="14"/>
        <pc:sldMkLst>
          <pc:docMk/>
          <pc:sldMk cId="2165070476" sldId="372"/>
        </pc:sldMkLst>
      </pc:sldChg>
      <pc:sldChg chg="add del">
        <pc:chgData name="Sinchana Kl" userId="S::sinchanakl@iisc.ac.in::31a62d28-d8b3-4662-9d15-65cf5499009a" providerId="AD" clId="Web-{046243B6-5C2B-31E2-50ED-D7B906B0DF72}" dt="2026-04-06T09:41:38.509" v="12"/>
        <pc:sldMkLst>
          <pc:docMk/>
          <pc:sldMk cId="1187684189" sldId="382"/>
        </pc:sldMkLst>
      </pc:sldChg>
      <pc:sldChg chg="add del">
        <pc:chgData name="Sinchana Kl" userId="S::sinchanakl@iisc.ac.in::31a62d28-d8b3-4662-9d15-65cf5499009a" providerId="AD" clId="Web-{046243B6-5C2B-31E2-50ED-D7B906B0DF72}" dt="2026-04-06T09:41:38.509" v="13"/>
        <pc:sldMkLst>
          <pc:docMk/>
          <pc:sldMk cId="2334113225" sldId="383"/>
        </pc:sldMkLst>
      </pc:sldChg>
      <pc:sldChg chg="add del">
        <pc:chgData name="Sinchana Kl" userId="S::sinchanakl@iisc.ac.in::31a62d28-d8b3-4662-9d15-65cf5499009a" providerId="AD" clId="Web-{046243B6-5C2B-31E2-50ED-D7B906B0DF72}" dt="2026-04-06T09:41:38.478" v="9"/>
        <pc:sldMkLst>
          <pc:docMk/>
          <pc:sldMk cId="1354366628" sldId="385"/>
        </pc:sldMkLst>
      </pc:sldChg>
      <pc:sldChg chg="add del">
        <pc:chgData name="Sinchana Kl" userId="S::sinchanakl@iisc.ac.in::31a62d28-d8b3-4662-9d15-65cf5499009a" providerId="AD" clId="Web-{046243B6-5C2B-31E2-50ED-D7B906B0DF72}" dt="2026-04-06T09:41:38.525" v="15"/>
        <pc:sldMkLst>
          <pc:docMk/>
          <pc:sldMk cId="1503428106" sldId="387"/>
        </pc:sldMkLst>
      </pc:sldChg>
      <pc:sldChg chg="add del">
        <pc:chgData name="Sinchana Kl" userId="S::sinchanakl@iisc.ac.in::31a62d28-d8b3-4662-9d15-65cf5499009a" providerId="AD" clId="Web-{046243B6-5C2B-31E2-50ED-D7B906B0DF72}" dt="2026-04-06T09:41:38.463" v="8"/>
        <pc:sldMkLst>
          <pc:docMk/>
          <pc:sldMk cId="2531426205" sldId="388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E35C32-9ADE-FE42-918C-822D8563D33E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CA7DDB-EEC3-E14D-8139-D0C29FBA1B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57686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6F1E48-DB85-F6D6-98FD-D69D397CAC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8A4C87-A18C-14E5-2832-C61D2DA803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41537C-468D-AA39-E97A-A5850F4300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4C02E6-38B8-F14F-9600-D1938248219F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4E93AA-736F-E325-3828-FD12DD70FC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CEF155-BFFF-2C07-CB8D-D1E863F3A0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C71682-191D-4F42-A2CF-251D24C5D8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87451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51C6AE-0445-17B0-2B0C-3DAB78DEF2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FF4DAE-7AAB-55A7-C28E-732080A460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6BAFE2-8D07-48E6-BD89-D9924F8C55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4C02E6-38B8-F14F-9600-D1938248219F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5CA5F0-C6DE-7133-2CE6-939FA47D60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6FE33A-9808-7C8D-16E4-3D1AE4C522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C71682-191D-4F42-A2CF-251D24C5D8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19859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08AE7B-4FEB-869C-3AA1-FA36A88958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1556BD-DBE4-E055-C8ED-CC2E223FF5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F1DD66-5D23-6C35-AB4C-61A3D885BA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4C02E6-38B8-F14F-9600-D1938248219F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BEECC1-FD73-63ED-673B-16F7FC9FEA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8A972C-8465-2BEB-7197-26DCB8CA04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C71682-191D-4F42-A2CF-251D24C5D8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66891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8FC264-E62D-5BAE-F397-467E3F3871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727933-7C9A-1D3F-47D3-840B9D1672A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3CA6641-E561-2347-1176-4509B95847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859FAA-D865-3E92-4804-251123ADF2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4C02E6-38B8-F14F-9600-D1938248219F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9827EC-D446-45A3-F49B-23E3C74244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1DA673-B2B5-E6B0-D66A-62D6A54ED1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C71682-191D-4F42-A2CF-251D24C5D8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45374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F57B28-0165-557A-84BA-2D3F188CB9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BDCAD1-4959-CBD0-B9B0-4275553381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13B4B6-FC9D-71A6-9E8B-78CC4DE548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4C78202-5185-1A9A-1141-27173632139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425E97A-5268-6E89-57BF-BD7E300BC44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495C48F-A272-43A4-2FB5-7441C74F3E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4C02E6-38B8-F14F-9600-D1938248219F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2F548D1-0613-E9CB-6D0A-411D6D1FD5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9E564F2-5167-1FB8-B39A-FD555071A4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C71682-191D-4F42-A2CF-251D24C5D8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45788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B64D44-5854-3409-FFCF-1D25436029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A1801C5-CB30-2273-E4A1-16EBCE21A0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4C02E6-38B8-F14F-9600-D1938248219F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761BF58-1B67-A949-A31A-2A48FBCE16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D3E830-C05C-4004-DB5E-DE43FFF2AC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C71682-191D-4F42-A2CF-251D24C5D8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83559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C3608E2-18F2-07EC-B18B-965DB35B7B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4C02E6-38B8-F14F-9600-D1938248219F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A31EC9D-22EA-E11F-B657-C8852C2E6C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E42B0A-D8F8-647A-E816-6B713DBCDC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C71682-191D-4F42-A2CF-251D24C5D8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06888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DE4FA8-A95F-84CB-8A8E-D1C1D51CE3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7B766A-DC12-204C-6F1C-8477EE66D9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90FE36-ED46-C6B5-7120-987FF9BD7B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687A3E-FC52-B14F-49EB-BFAF458549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4C02E6-38B8-F14F-9600-D1938248219F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EF6DDD-8147-4456-C4D4-F4C1F45462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0DA976-F86E-8239-90D4-606FD31A93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C71682-191D-4F42-A2CF-251D24C5D8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35110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A259F3-9DDA-6D78-3D9E-3D482CA5CD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5049199-F479-5474-FC83-F3204D93005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1FC5F15-A8FD-A38A-07BF-4087660493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6DB868-80C6-6954-F986-0E264239E6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4C02E6-38B8-F14F-9600-D1938248219F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8BAF49-9444-8FDE-1F72-6B24575F74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9F7751-FB58-97D2-38F6-41177177D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C71682-191D-4F42-A2CF-251D24C5D8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14890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C158C7-EDD5-81C2-3CAA-21CAFF2BA1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F590EE0-12A7-6708-8DC9-9C15E842ED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4BBF7C-3F76-7BDE-CA2A-A8BA48FF6B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4C02E6-38B8-F14F-9600-D1938248219F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6BEFE1-20A1-43C9-FFF9-3392BAD0C4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3A18F0-E5E8-C8F7-FE0C-90B56A81D4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C71682-191D-4F42-A2CF-251D24C5D8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97480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5E8395C-FEC3-7DCB-34FA-412BE358DFB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470072F-536A-04F7-991B-819DAF7CEB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9B4187-3E21-A305-6249-D9E7A72E11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4C02E6-38B8-F14F-9600-D1938248219F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C5214C-2D76-3A18-15A9-2ECB974BB1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8EE4AC-3647-733D-A3B5-4D5B134A4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C71682-191D-4F42-A2CF-251D24C5D8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94643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C60A0F5-841A-278A-ACD0-A6FB126AAB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C8B864-000D-A41F-F722-59C0216EA4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5B2D9E-3FA6-4515-22D3-8699BDEF192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4C02E6-38B8-F14F-9600-D1938248219F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0F9CC6-4897-570D-574E-E697C926BC4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269DFB-7577-712E-2213-AABE72E3DA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C71682-191D-4F42-A2CF-251D24C5D8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6885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0" r:id="rId1"/>
    <p:sldLayoutId id="2147483721" r:id="rId2"/>
    <p:sldLayoutId id="2147483722" r:id="rId3"/>
    <p:sldLayoutId id="2147483723" r:id="rId4"/>
    <p:sldLayoutId id="2147483724" r:id="rId5"/>
    <p:sldLayoutId id="2147483725" r:id="rId6"/>
    <p:sldLayoutId id="2147483726" r:id="rId7"/>
    <p:sldLayoutId id="2147483727" r:id="rId8"/>
    <p:sldLayoutId id="2147483728" r:id="rId9"/>
    <p:sldLayoutId id="2147483729" r:id="rId10"/>
    <p:sldLayoutId id="2147483730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A2334C-2128-6EF5-3E4B-DAD27C31D3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54955" y="573157"/>
            <a:ext cx="8825658" cy="3329581"/>
          </a:xfrm>
        </p:spPr>
        <p:txBody>
          <a:bodyPr/>
          <a:lstStyle/>
          <a:p>
            <a:r>
              <a:rPr lang="en-US"/>
              <a:t>Project titl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D7F59C3-A0E6-79EC-8CDE-DEDBE0A8C6E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54955" y="4061763"/>
            <a:ext cx="8825658" cy="861420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1600"/>
              <a:t>Student Name</a:t>
            </a:r>
          </a:p>
          <a:p>
            <a:r>
              <a:rPr lang="en-US" sz="1600"/>
              <a:t>Department</a:t>
            </a:r>
          </a:p>
          <a:p>
            <a:r>
              <a:rPr lang="en-US" sz="1600"/>
              <a:t>SR NUMBER</a:t>
            </a:r>
          </a:p>
          <a:p>
            <a:r>
              <a:rPr lang="en-US" sz="1600"/>
              <a:t>DEGREE PROG/Year</a:t>
            </a:r>
          </a:p>
        </p:txBody>
      </p:sp>
    </p:spTree>
    <p:extLst>
      <p:ext uri="{BB962C8B-B14F-4D97-AF65-F5344CB8AC3E}">
        <p14:creationId xmlns:p14="http://schemas.microsoft.com/office/powerpoint/2010/main" val="15943184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D5288C8-8AC8-4F69-65E3-D5B61AC073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b="1">
                <a:latin typeface="Arial" panose="020B0604020202020204" pitchFamily="34" charset="0"/>
                <a:cs typeface="Arial" panose="020B0604020202020204" pitchFamily="34" charset="0"/>
              </a:rPr>
              <a:t>PROBLEM STATEMENT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36143DB-8307-F9DB-CD6E-3EB80D6974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6111" y="3101009"/>
            <a:ext cx="8946541" cy="330427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latin typeface="Arial"/>
                <a:cs typeface="Arial"/>
              </a:rPr>
              <a:t>Primary Objective</a:t>
            </a:r>
          </a:p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>
                <a:latin typeface="Arial"/>
                <a:cs typeface="Arial"/>
              </a:rPr>
              <a:t>Secondary Objectives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14262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C1B582-23FD-2260-4E8F-BB3396178A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Methodology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8B05EC-7A5E-01DE-ED6A-E17E62FD16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43666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D5288C8-8AC8-4F69-65E3-D5B61AC073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Dataset details and Sample figure(if applicable)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36143DB-8307-F9DB-CD6E-3EB80D6974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6111" y="3101009"/>
            <a:ext cx="8946541" cy="3304273"/>
          </a:xfrm>
        </p:spPr>
        <p:txBody>
          <a:bodyPr/>
          <a:lstStyle/>
          <a:p>
            <a:pPr marL="0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68465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3B2311-AD6E-0A40-2414-D559574A0E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968119"/>
          </a:xfrm>
        </p:spPr>
        <p:txBody>
          <a:bodyPr/>
          <a:lstStyle/>
          <a:p>
            <a:r>
              <a:rPr lang="en-US"/>
              <a:t>Experiments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DC9556-1992-96C1-FEC3-DC227122ED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1575582"/>
            <a:ext cx="8946541" cy="4672817"/>
          </a:xfrm>
        </p:spPr>
        <p:txBody>
          <a:bodyPr>
            <a:normAutofit/>
          </a:bodyPr>
          <a:lstStyle/>
          <a:p>
            <a:endParaRPr lang="en-GB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15678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9B3FF1-E2E3-2634-0CF1-98A50C9491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Results with visual outputs (if applicable)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BC6EB2-2623-6199-9F0D-C41818AFD6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76841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8E2442-63EB-91B6-AE14-4B31F02650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Comparison with SOTA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C3B8AF-4DAB-D853-2FE4-EDAB3E8059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41132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682CCF-2F63-EAB6-7C55-723EA6D87B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Summary and future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8AAD5A-5785-7955-7A1D-7D2F6F0BBC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1617786"/>
            <a:ext cx="8946541" cy="4630614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21650704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67B4B0-C263-B1D7-1567-69144A47B3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Calibri Light"/>
                <a:cs typeface="Calibri Light"/>
              </a:rPr>
              <a:t>Individual Contributions </a:t>
            </a:r>
            <a:br>
              <a:rPr lang="en-US">
                <a:ea typeface="Calibri Light"/>
                <a:cs typeface="Calibri Light"/>
              </a:rPr>
            </a:br>
            <a:r>
              <a:rPr lang="en-US">
                <a:ea typeface="Calibri Light"/>
                <a:cs typeface="Calibri Light"/>
              </a:rPr>
              <a:t>(for students doing project in teams)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52BD15-8AE0-DB03-EE4C-5CAC80A4D0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0" tIns="45720" rIns="0" bIns="45720" rtlCol="0" anchor="t">
            <a:normAutofit/>
          </a:bodyPr>
          <a:lstStyle/>
          <a:p>
            <a:pPr marL="457200" indent="-457200">
              <a:buAutoNum type="romanUcPeriod"/>
            </a:pPr>
            <a:r>
              <a:rPr lang="en-US">
                <a:ea typeface="Calibri" panose="020F0502020204030204"/>
                <a:cs typeface="Calibri" panose="020F0502020204030204"/>
              </a:rPr>
              <a:t> Member 1</a:t>
            </a:r>
          </a:p>
          <a:p>
            <a:pPr marL="457200" indent="-457200">
              <a:buAutoNum type="romanUcPeriod"/>
            </a:pPr>
            <a:r>
              <a:rPr lang="en-US">
                <a:ea typeface="Calibri" panose="020F0502020204030204"/>
                <a:cs typeface="Calibri" panose="020F0502020204030204"/>
              </a:rPr>
              <a:t>Member 2</a:t>
            </a:r>
          </a:p>
        </p:txBody>
      </p:sp>
    </p:spTree>
    <p:extLst>
      <p:ext uri="{BB962C8B-B14F-4D97-AF65-F5344CB8AC3E}">
        <p14:creationId xmlns:p14="http://schemas.microsoft.com/office/powerpoint/2010/main" val="15034281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4F7C72483F11D4DA2730B64E78C7605" ma:contentTypeVersion="7" ma:contentTypeDescription="Create a new document." ma:contentTypeScope="" ma:versionID="c5a03561bf4af1bce721cea200ac2399">
  <xsd:schema xmlns:xsd="http://www.w3.org/2001/XMLSchema" xmlns:xs="http://www.w3.org/2001/XMLSchema" xmlns:p="http://schemas.microsoft.com/office/2006/metadata/properties" xmlns:ns2="1159fd8f-c7e5-4925-83b7-d94dc0b8dd75" targetNamespace="http://schemas.microsoft.com/office/2006/metadata/properties" ma:root="true" ma:fieldsID="e529094f237f9660feba51cb96a248ad" ns2:_="">
    <xsd:import namespace="1159fd8f-c7e5-4925-83b7-d94dc0b8dd7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159fd8f-c7e5-4925-83b7-d94dc0b8dd7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34929F1E-2E5A-4BA1-8040-01561CB2BF7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159fd8f-c7e5-4925-83b7-d94dc0b8dd7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B1E781BD-F2D5-4518-9364-C306D25E3146}">
  <ds:schemaRefs>
    <ds:schemaRef ds:uri="e12f6eeb-51a1-49e7-9986-4cd4bc167288"/>
    <ds:schemaRef ds:uri="f867948c-0ec7-483c-8243-fc1fd12ccac5"/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2C137209-D1C5-4556-A599-C8D98B05EB0B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9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Project titl</vt:lpstr>
      <vt:lpstr>PROBLEM STATEMENT</vt:lpstr>
      <vt:lpstr>Methodology</vt:lpstr>
      <vt:lpstr>Dataset details and Sample figure(if applicable)</vt:lpstr>
      <vt:lpstr>Experiments</vt:lpstr>
      <vt:lpstr>Results with visual outputs (if applicable)</vt:lpstr>
      <vt:lpstr>Comparison with SOTA</vt:lpstr>
      <vt:lpstr>Summary and future work</vt:lpstr>
      <vt:lpstr>Individual Contributions  (for students doing project in teams)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Medical Imaging  </dc:title>
  <dc:creator>Vaanathi Sundaresan</dc:creator>
  <cp:revision>4</cp:revision>
  <dcterms:created xsi:type="dcterms:W3CDTF">2023-01-15T15:15:23Z</dcterms:created>
  <dcterms:modified xsi:type="dcterms:W3CDTF">2026-04-06T09:41:46Z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0x01010064F7C72483F11D4DA2730B64E78C7605</vt:lpwstr>
  </property>
</Properties>
</file>